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align Genesys and Tiger IT on how Genesys calls TigerCS, how it authenticates, and what each API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Genesys holds only the API key. The integration layer logs in to TigerCS with credentials from its own settings (Ticketing__Username / Ticketing__Password), caches the JWT, and forwards the call. Actual values are never shown or shared.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Required: conversationId, channel. Recommended: customerPhone, queue or department, agentId/agentName. Idempotent on conversationId.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Waiting interactions are visible to supervisors and agents in the Pending Interactions screen until picked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097280"/>
            <a:ext cx="4206240" cy="4206240"/>
          </a:xfrm>
          <a:prstGeom prst="ellipse">
            <a:avLst/>
          </a:prstGeom>
          <a:solidFill>
            <a:srgbClr val="E7B95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2377440"/>
            <a:ext cx="2926080" cy="2926080"/>
          </a:xfrm>
          <a:prstGeom prst="ellipse">
            <a:avLst/>
          </a:prstGeom>
          <a:solidFill>
            <a:srgbClr val="D9822B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7B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BRIEFING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TigerCS Ticketing System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7B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Genesys Integration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authentication and API usage for the Genesys technical team and Tiger IT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Customer Service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Overview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platform owns what it does best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75320" y="329184"/>
            <a:ext cx="411480" cy="411480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75320" y="329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TigerCS × Genesys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108960" cy="2743200"/>
          </a:xfrm>
          <a:prstGeom prst="roundRect">
            <a:avLst>
              <a:gd name="adj" fmla="val 2667"/>
            </a:avLst>
          </a:prstGeom>
          <a:solidFill>
            <a:srgbClr val="F4F3EF"/>
          </a:solidFill>
          <a:ln w="9525">
            <a:solidFill>
              <a:srgbClr val="E4E3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GENESYS OWNS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6596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voice, chat, WhatsApp, bot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queues and IVR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presence and pickup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lifecycle events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77840" y="1371600"/>
            <a:ext cx="3108960" cy="2743200"/>
          </a:xfrm>
          <a:prstGeom prst="roundRect">
            <a:avLst>
              <a:gd name="adj" fmla="val 2667"/>
            </a:avLst>
          </a:prstGeom>
          <a:solidFill>
            <a:srgbClr val="F4F3EF"/>
          </a:solidFill>
          <a:ln w="9525">
            <a:solidFill>
              <a:srgbClr val="E4E3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0644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TIGERCS OWNS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806440" y="196596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and ticket lifecycle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context: CRM, units, history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storage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Workflow, SLA and ownership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40480" y="224028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E7B95E"/>
          </a:solidFill>
          <a:ln w="9525">
            <a:solidFill>
              <a:srgbClr val="E7B9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40480" y="2240280"/>
            <a:ext cx="1463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66160" y="2743200"/>
            <a:ext cx="274320" cy="914"/>
          </a:xfrm>
          <a:prstGeom prst="line">
            <a:avLst/>
          </a:prstGeom>
          <a:noFill/>
          <a:ln w="19050">
            <a:solidFill>
              <a:srgbClr val="1B2A3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303520" y="2743200"/>
            <a:ext cx="274320" cy="914"/>
          </a:xfrm>
          <a:prstGeom prst="line">
            <a:avLst/>
          </a:prstGeom>
          <a:noFill/>
          <a:ln w="19050">
            <a:solidFill>
              <a:srgbClr val="1B2A3C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65760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X-API-Key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Flow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Genesys never receives TigerCS usernames or passwords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75320" y="329184"/>
            <a:ext cx="411480" cy="411480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75320" y="329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TigerCS × Genesys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32588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1B2A3C"/>
          </a:solidFill>
          <a:ln w="9525">
            <a:solidFill>
              <a:srgbClr val="1B2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325880"/>
            <a:ext cx="20116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Genesys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0" y="1783080"/>
            <a:ext cx="914" cy="2514600"/>
          </a:xfrm>
          <a:prstGeom prst="line">
            <a:avLst/>
          </a:prstGeom>
          <a:noFill/>
          <a:ln w="15875">
            <a:solidFill>
              <a:srgbClr val="E4E3DF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566160" y="132588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E7B95E"/>
          </a:solidFill>
          <a:ln w="9525">
            <a:solidFill>
              <a:srgbClr val="E7B95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325880"/>
            <a:ext cx="20116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Layer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783080"/>
            <a:ext cx="914" cy="2514600"/>
          </a:xfrm>
          <a:prstGeom prst="line">
            <a:avLst/>
          </a:prstGeom>
          <a:noFill/>
          <a:ln w="15875">
            <a:solidFill>
              <a:srgbClr val="E4E3DF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309360" y="132588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1B2A3C"/>
          </a:solidFill>
          <a:ln w="9525">
            <a:solidFill>
              <a:srgbClr val="1B2A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1325880"/>
            <a:ext cx="20116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TigerCS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1783080"/>
            <a:ext cx="914" cy="2514600"/>
          </a:xfrm>
          <a:prstGeom prst="line">
            <a:avLst/>
          </a:prstGeom>
          <a:noFill/>
          <a:ln w="15875">
            <a:solidFill>
              <a:srgbClr val="E4E3DF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828800" y="2103120"/>
            <a:ext cx="2743200" cy="914"/>
          </a:xfrm>
          <a:prstGeom prst="line">
            <a:avLst/>
          </a:prstGeom>
          <a:noFill/>
          <a:ln w="19050">
            <a:solidFill>
              <a:srgbClr val="1B2A3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920240" y="1828800"/>
            <a:ext cx="237744" cy="237744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920240" y="1828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212848" y="1810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API with X-API-Key header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2606040"/>
            <a:ext cx="2743200" cy="914"/>
          </a:xfrm>
          <a:prstGeom prst="line">
            <a:avLst/>
          </a:prstGeom>
          <a:noFill/>
          <a:ln w="19050">
            <a:solidFill>
              <a:srgbClr val="1B2A3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663440" y="2331720"/>
            <a:ext cx="237744" cy="237744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63440" y="23317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956048" y="23134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using server settings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flipH="1">
            <a:off x="4572000" y="3108960"/>
            <a:ext cx="2743200" cy="914"/>
          </a:xfrm>
          <a:prstGeom prst="line">
            <a:avLst/>
          </a:prstGeom>
          <a:noFill/>
          <a:ln w="19050">
            <a:solidFill>
              <a:srgbClr val="63636B"/>
            </a:solidFill>
            <a:prstDash val="dash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663440" y="2834640"/>
            <a:ext cx="237744" cy="237744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63440" y="28346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956048" y="2816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JWT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3611880"/>
            <a:ext cx="2743200" cy="914"/>
          </a:xfrm>
          <a:prstGeom prst="line">
            <a:avLst/>
          </a:prstGeom>
          <a:noFill/>
          <a:ln w="19050">
            <a:solidFill>
              <a:srgbClr val="1B2A3C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663440" y="3337560"/>
            <a:ext cx="237744" cy="237744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663440" y="33375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956048" y="3319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TigerCS API with Bearer JWT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 flipH="1">
            <a:off x="1828800" y="4114800"/>
            <a:ext cx="2743200" cy="914"/>
          </a:xfrm>
          <a:prstGeom prst="line">
            <a:avLst/>
          </a:prstGeom>
          <a:noFill/>
          <a:ln w="19050">
            <a:solidFill>
              <a:srgbClr val="63636B"/>
            </a:solidFill>
            <a:prstDash val="dash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920240" y="3840480"/>
            <a:ext cx="237744" cy="237744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920240" y="38404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2212848" y="3822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result to Genesys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only: </a:t>
            </a:r>
            <a:pPr indent="0" marL="0">
              <a:buNone/>
            </a:pPr>
            <a:r>
              <a:rPr lang="en-US" sz="1100" dirty="0">
                <a:solidFill>
                  <a:srgbClr val="1B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Ticketing__Username  /  Ticketing__Password</a:t>
            </a:r>
            <a:pPr indent="0" marL="0">
              <a:buNone/>
            </a:pPr>
            <a:r>
              <a:rPr lang="en-US" sz="1100" dirty="0">
                <a:solidFill>
                  <a:srgbClr val="1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stored in service settings, never shared.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APIs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endpoints cover the whole Genesys interaction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75320" y="329184"/>
            <a:ext cx="411480" cy="411480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75320" y="329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TigerCS × Genesys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4F3EF"/>
          </a:solidFill>
          <a:ln w="9525">
            <a:solidFill>
              <a:srgbClr val="E4E3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0020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0E7C8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6002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Lookup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514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/api/genesys/customers/lookup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0632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calling? Customer, units and open tickets by phone number.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13716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4F3EF"/>
          </a:solidFill>
          <a:ln w="9525">
            <a:solidFill>
              <a:srgbClr val="E4E3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60020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2F7D5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20440" y="16002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Ticket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2514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/api/genesys/tickets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30632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one ticket per Genesys conversation. Safe to retry.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137160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4F3EF"/>
          </a:solidFill>
          <a:ln w="9525">
            <a:solidFill>
              <a:srgbClr val="E4E3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160020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D982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16002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Ticket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2514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/api/genesys/tickets/{ticketId}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30632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info, conversation end, transcript and human handoff.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Call Flow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TigerCS is involved only once an agent picks up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75320" y="329184"/>
            <a:ext cx="411480" cy="411480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75320" y="329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TigerCS × Genesys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3636B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57200" y="1828800"/>
            <a:ext cx="14173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834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3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TigerCS action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74520" y="2286000"/>
            <a:ext cx="320040" cy="914"/>
          </a:xfrm>
          <a:prstGeom prst="line">
            <a:avLst/>
          </a:prstGeom>
          <a:noFill/>
          <a:ln w="19050">
            <a:solidFill>
              <a:srgbClr val="1B2A3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94560" y="18288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1B2A3C"/>
          </a:solidFill>
          <a:ln w="9525">
            <a:solidFill>
              <a:srgbClr val="1B2A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94560" y="1828800"/>
            <a:ext cx="14173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Pickup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2834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Genesys event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11880" y="2286000"/>
            <a:ext cx="320040" cy="914"/>
          </a:xfrm>
          <a:prstGeom prst="line">
            <a:avLst/>
          </a:prstGeom>
          <a:noFill/>
          <a:ln w="19050">
            <a:solidFill>
              <a:srgbClr val="1B2A3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743200" y="1417320"/>
            <a:ext cx="292608" cy="292608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743200" y="1417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31920" y="18288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1B2A3C"/>
          </a:solidFill>
          <a:ln w="9525">
            <a:solidFill>
              <a:srgbClr val="1B2A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31920" y="1828800"/>
            <a:ext cx="14173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Lookup Customer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2834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lookup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49240" y="2286000"/>
            <a:ext cx="320040" cy="914"/>
          </a:xfrm>
          <a:prstGeom prst="line">
            <a:avLst/>
          </a:prstGeom>
          <a:noFill/>
          <a:ln w="19050">
            <a:solidFill>
              <a:srgbClr val="1B2A3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480560" y="1417320"/>
            <a:ext cx="292608" cy="292608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480560" y="1417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0" y="18288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1B2A3C"/>
          </a:solidFill>
          <a:ln w="9525">
            <a:solidFill>
              <a:srgbClr val="1B2A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0" y="1828800"/>
            <a:ext cx="14173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Ticket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577840" y="2834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tickets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86600" y="2286000"/>
            <a:ext cx="320040" cy="914"/>
          </a:xfrm>
          <a:prstGeom prst="line">
            <a:avLst/>
          </a:prstGeom>
          <a:noFill/>
          <a:ln w="19050">
            <a:solidFill>
              <a:srgbClr val="1B2A3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217920" y="1417320"/>
            <a:ext cx="292608" cy="292608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17920" y="1417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06640" y="18288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D9822B"/>
          </a:solidFill>
          <a:ln w="9525">
            <a:solidFill>
              <a:srgbClr val="D982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06640" y="1828800"/>
            <a:ext cx="14173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Ticket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0" y="2834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on call end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955280" y="1417320"/>
            <a:ext cx="292608" cy="292608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955280" y="1417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4F3EF"/>
          </a:solidFill>
          <a:ln w="9525">
            <a:solidFill>
              <a:srgbClr val="E4E3D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3566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wait for pickup? </a:t>
            </a:r>
            <a:pPr indent="0" marL="0">
              <a:buNone/>
            </a:pPr>
            <a:r>
              <a:rPr lang="en-US" sz="13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 and missed calls never create empty tickets. Customer context is ready on the agent screen the moment the call connects.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/ Chatbot Flow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WhatsApp and bot conversations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75320" y="329184"/>
            <a:ext cx="411480" cy="411480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75320" y="329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TigerCS × Genesys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05840" y="1920240"/>
            <a:ext cx="7132320" cy="914"/>
          </a:xfrm>
          <a:prstGeom prst="line">
            <a:avLst/>
          </a:prstGeom>
          <a:noFill/>
          <a:ln w="38100">
            <a:solidFill>
              <a:srgbClr val="E7B9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91640"/>
            <a:ext cx="457200" cy="457200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starts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834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/api/genesys/tickets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00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created immediately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17520" y="1691640"/>
            <a:ext cx="457200" cy="457200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0175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60604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606040" y="2834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 and/or agent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3200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Genesys holds the messages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66360" y="1691640"/>
            <a:ext cx="457200" cy="457200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1663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ends / disconnects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2834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…/tickets/{id}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200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transcript sent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0" y="1691640"/>
            <a:ext cx="457200" cy="45720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remains Open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2834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auto-close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3200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follows up in TigerCS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4F3EF"/>
          </a:solidFill>
          <a:ln w="9525">
            <a:solidFill>
              <a:srgbClr val="E4E3D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3931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 is not closed when the chat ends. Closing stays a TigerCS workflow decision.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Ticket API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75320" y="329184"/>
            <a:ext cx="411480" cy="411480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75320" y="329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TigerCS × Genesys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2F7D5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8686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/api/genesys/tickets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4572000" cy="2514600"/>
          </a:xfrm>
          <a:prstGeom prst="roundRect">
            <a:avLst>
              <a:gd name="adj" fmla="val 2909"/>
            </a:avLst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463040"/>
            <a:ext cx="42976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"conversationId": "c9f1e2a4-…",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"channel":        "Voice",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"customerPhone":  "+9627XXXXXXXX",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"queueName":      "Sales",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"departmentCode": "SALES",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"agentId":        "genesys-agent-id",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"agentName":      "Agent Name",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"startedAtUtc":   "2026-09-24T09:15:00Z"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94960" y="173736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F4F3EF"/>
          </a:solidFill>
          <a:ln w="9525">
            <a:solidFill>
              <a:srgbClr val="E4E3D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32120" y="17373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8470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TicketCreated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ticket for this conversation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94960" y="288036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F4F3EF"/>
          </a:solidFill>
          <a:ln w="9525">
            <a:solidFill>
              <a:srgbClr val="E4E3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32120" y="28803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9900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AlreadyIngested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of same conversationId — returns the existing ticket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4069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3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return ticketId + ticketNumber. Keep ticketId for PATCH calls.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Lookup API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75320" y="329184"/>
            <a:ext cx="411480" cy="411480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75320" y="329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TigerCS × Genesys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0E7C8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8686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/api/genesys/customers/lookup?phoneNumber=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buyer match and external sources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411480" cy="411480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194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linked to the customer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411480" cy="411480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tickets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246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tickets + openTicketCount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371600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92040" y="14630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"phoneNumber": "+9627XXXXXXXX",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"found": true,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"crmBuyers": [ … 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"tickets":   [ … 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"openTicketCount":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CF8EF"/>
          </a:solidFill>
          <a:ln w="9525">
            <a:solidFill>
              <a:srgbClr val="E4E3D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3840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= false is still HTTP 200. </a:t>
            </a:r>
            <a:pPr indent="0" marL="0">
              <a:buNone/>
            </a:pPr>
            <a:r>
              <a:rPr lang="en-US" sz="13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callers are a normal outcome, not an error — continue the flow and create the ticket.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Ticket API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75320" y="329184"/>
            <a:ext cx="411480" cy="411480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75320" y="329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TigerCS × Genesys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D982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8686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/api/genesys/tickets/{ticketId}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4F3EF"/>
          </a:solidFill>
          <a:ln w="9525">
            <a:solidFill>
              <a:srgbClr val="E4E3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info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74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agentId, agentName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06040" y="13716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4F3EF"/>
          </a:solidFill>
          <a:ln w="9525">
            <a:solidFill>
              <a:srgbClr val="E4E3D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8892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conversation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1874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ended.endedAtUtc, endReason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4F3EF"/>
          </a:solidFill>
          <a:ln w="9525">
            <a:solidFill>
              <a:srgbClr val="E4E3D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063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ended.transcript[ ]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06040" y="256032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4F3EF"/>
          </a:solidFill>
          <a:ln w="9525">
            <a:solidFill>
              <a:srgbClr val="E4E3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8892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788920" y="3063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98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handoff.required, agentAvailable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37760" y="1371600"/>
            <a:ext cx="3749040" cy="2514600"/>
          </a:xfrm>
          <a:prstGeom prst="roundRect">
            <a:avLst>
              <a:gd name="adj" fmla="val 2909"/>
            </a:avLst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74920" y="146304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"conversationId": "c9f1e2a4-…",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"agentId":   "genesys-agent-id",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"agentName": "Agent Name",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"ended":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"endedAtUtc": "…",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"endReason":  "CustomerDisconnected",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"transcript": [ …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"handoff": { …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840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3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only the parts you need — every section is optional.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 Handling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full transcript once, when the chat ends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75320" y="329184"/>
            <a:ext cx="411480" cy="411480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75320" y="329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TigerCS × Genesys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FIELDS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4F3EF"/>
          </a:solidFill>
          <a:ln w="9525">
            <a:solidFill>
              <a:srgbClr val="E4E3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73736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externalMessageId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173736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Genesys message ID (de-duplication)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4E3D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3774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sender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237744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Agent or Bot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4F3EF"/>
          </a:solidFill>
          <a:ln w="9525">
            <a:solidFill>
              <a:srgbClr val="E4E3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01752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sentAtUtc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301752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 timestamp of the message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4E3D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6576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377440" y="365760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text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1417320"/>
            <a:ext cx="411480" cy="411480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13716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Full, not partial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171907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every message of the conversation in one update.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2514600"/>
            <a:ext cx="411480" cy="411480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02920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623560" y="2468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Retry-safe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623560" y="281635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messages are matched by externalMessageId.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3611880"/>
            <a:ext cx="411480" cy="41148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02920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623560" y="3566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stays Open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623560" y="39136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the transcript never closes the ticket.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Mapping &amp; Interaction Ownership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75320" y="329184"/>
            <a:ext cx="411480" cy="411480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75320" y="329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TigerCS × Genesys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1B2A3C"/>
          </a:solidFill>
          <a:ln w="9525">
            <a:solidFill>
              <a:srgbClr val="1B2A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80160"/>
            <a:ext cx="21945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Genesys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agentId / agentName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28016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E7B95E"/>
          </a:solidFill>
          <a:ln w="9525">
            <a:solidFill>
              <a:srgbClr val="E7B9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280160"/>
            <a:ext cx="21945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mapping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(admin-configured)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128016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1B2A3C"/>
          </a:solidFill>
          <a:ln w="9525">
            <a:solidFill>
              <a:srgbClr val="1B2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280160"/>
            <a:ext cx="21945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TigerCS employee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51760" y="1691640"/>
            <a:ext cx="822960" cy="914"/>
          </a:xfrm>
          <a:prstGeom prst="line">
            <a:avLst/>
          </a:prstGeom>
          <a:noFill/>
          <a:ln w="19050">
            <a:solidFill>
              <a:srgbClr val="1B2A3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669280" y="1691640"/>
            <a:ext cx="822960" cy="914"/>
          </a:xfrm>
          <a:prstGeom prst="line">
            <a:avLst/>
          </a:prstGeom>
          <a:noFill/>
          <a:ln w="19050">
            <a:solidFill>
              <a:srgbClr val="1B2A3C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457200" y="2240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3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mapping exists, the Genesys name is still recorded on the interaction.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4F3EF"/>
          </a:solidFill>
          <a:ln w="9525">
            <a:solidFill>
              <a:srgbClr val="E4E3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017520"/>
            <a:ext cx="365760" cy="365760"/>
          </a:xfrm>
          <a:prstGeom prst="ellipse">
            <a:avLst/>
          </a:prstGeom>
          <a:solidFill>
            <a:srgbClr val="0E7C8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8872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handled by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5204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spoke to the customer on this conversation. Set from the Genesys agent.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78892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4F3EF"/>
          </a:solidFill>
          <a:ln w="9525">
            <a:solidFill>
              <a:srgbClr val="E4E3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83480" y="3017520"/>
            <a:ext cx="365760" cy="36576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owner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983480" y="35204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responsible for resolving the ticket. Set by TigerCS workflow.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114800" y="3291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Handoff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AI / bot needs a person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75320" y="329184"/>
            <a:ext cx="411480" cy="411480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75320" y="329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TigerCS × Genesys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1B2A3C"/>
          </a:solidFill>
          <a:ln w="9525">
            <a:solidFill>
              <a:srgbClr val="1B2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48840"/>
            <a:ext cx="20116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requests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agent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0" y="1874520"/>
            <a:ext cx="1737360" cy="1371600"/>
          </a:xfrm>
          <a:prstGeom prst="diamond">
            <a:avLst/>
          </a:prstGeom>
          <a:solidFill>
            <a:srgbClr val="E7B95E"/>
          </a:solidFill>
          <a:ln w="12700">
            <a:solidFill>
              <a:srgbClr val="E7B9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26080" y="18745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68880" y="2560320"/>
            <a:ext cx="457200" cy="914"/>
          </a:xfrm>
          <a:prstGeom prst="line">
            <a:avLst/>
          </a:prstGeom>
          <a:noFill/>
          <a:ln w="19050">
            <a:solidFill>
              <a:srgbClr val="1B2A3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0" y="128016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2F7D52"/>
          </a:solidFill>
          <a:ln w="9525">
            <a:solidFill>
              <a:srgbClr val="2F7D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0" y="1280160"/>
            <a:ext cx="17373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0" y="310896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D9822B"/>
          </a:solidFill>
          <a:ln w="9525">
            <a:solidFill>
              <a:srgbClr val="D982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0" y="3108960"/>
            <a:ext cx="17373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WaitingForAgent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V="1">
            <a:off x="3794760" y="1645920"/>
            <a:ext cx="1691640" cy="228600"/>
          </a:xfrm>
          <a:prstGeom prst="line">
            <a:avLst/>
          </a:prstGeom>
          <a:noFill/>
          <a:ln w="19050">
            <a:solidFill>
              <a:srgbClr val="2F7D5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794760" y="3246120"/>
            <a:ext cx="1691640" cy="228600"/>
          </a:xfrm>
          <a:prstGeom prst="line">
            <a:avLst/>
          </a:prstGeom>
          <a:noFill/>
          <a:ln w="19050">
            <a:solidFill>
              <a:srgbClr val="D9822B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4206240" y="1417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3429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98080" y="297180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1B2A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0" y="2971800"/>
            <a:ext cx="11887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23760" y="3474720"/>
            <a:ext cx="274320" cy="914"/>
          </a:xfrm>
          <a:prstGeom prst="line">
            <a:avLst/>
          </a:prstGeom>
          <a:noFill/>
          <a:ln w="19050">
            <a:solidFill>
              <a:srgbClr val="1B2A3C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 via PATCH with handoff: { required: true, agentAvailable: true | false }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Readiness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TigerCS side is ready for end-to-end testing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75320" y="329184"/>
            <a:ext cx="411480" cy="411480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75320" y="329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TigerCS × Genesys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F4F3EF"/>
          </a:solidFill>
          <a:ln w="9525">
            <a:solidFill>
              <a:srgbClr val="E4E3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2F7D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4173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migration applied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F4F3EF"/>
          </a:solidFill>
          <a:ln w="9525">
            <a:solidFill>
              <a:srgbClr val="E4E3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697480"/>
            <a:ext cx="411480" cy="411480"/>
          </a:xfrm>
          <a:prstGeom prst="ellipse">
            <a:avLst/>
          </a:prstGeom>
          <a:solidFill>
            <a:srgbClr val="2F7D5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4688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Genesys integration enabled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F4F3EF"/>
          </a:solidFill>
          <a:ln w="9525">
            <a:solidFill>
              <a:srgbClr val="E4E3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749040"/>
            <a:ext cx="411480" cy="411480"/>
          </a:xfrm>
          <a:prstGeom prst="ellipse">
            <a:avLst/>
          </a:prstGeom>
          <a:solidFill>
            <a:srgbClr val="2F7D5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520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settings configured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417320"/>
            <a:ext cx="3931920" cy="2971800"/>
          </a:xfrm>
          <a:prstGeom prst="roundRect">
            <a:avLst>
              <a:gd name="adj" fmla="val 2462"/>
            </a:avLst>
          </a:prstGeom>
          <a:solidFill>
            <a:srgbClr val="1B2A3C"/>
          </a:solidFill>
          <a:ln w="9525">
            <a:solidFill>
              <a:srgbClr val="E4E3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8348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B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TESTED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83480" y="228600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0E7C8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983480" y="22860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80644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Lookup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2286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B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83480" y="297180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2F7D5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983480" y="2971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80644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Ticket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138160" y="2971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B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983480" y="365760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D9822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983480" y="36576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80644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+ Transcript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138160" y="3657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B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80160" y="1920240"/>
            <a:ext cx="1234440" cy="914"/>
          </a:xfrm>
          <a:prstGeom prst="line">
            <a:avLst/>
          </a:prstGeom>
          <a:noFill/>
          <a:ln w="19050">
            <a:solidFill>
              <a:srgbClr val="4A5B70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4864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UAT endpoint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54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IT → Genesys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600200"/>
            <a:ext cx="640080" cy="640080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060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37560" y="1920240"/>
            <a:ext cx="1234440" cy="914"/>
          </a:xfrm>
          <a:prstGeom prst="line">
            <a:avLst/>
          </a:prstGeom>
          <a:noFill/>
          <a:ln w="19050">
            <a:solidFill>
              <a:srgbClr val="4A5B70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260604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API key securely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3154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 secure channel — never email or chat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600200"/>
            <a:ext cx="640080" cy="640080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634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94960" y="1920240"/>
            <a:ext cx="1234440" cy="914"/>
          </a:xfrm>
          <a:prstGeom prst="line">
            <a:avLst/>
          </a:prstGeom>
          <a:noFill/>
          <a:ln w="19050">
            <a:solidFill>
              <a:srgbClr val="4A5B70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466344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sample payloads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3154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Genesys → Tiger IT, per channel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20840" y="1600200"/>
            <a:ext cx="640080" cy="640080"/>
          </a:xfrm>
          <a:prstGeom prst="ellipse">
            <a:avLst/>
          </a:prstGeom>
          <a:solidFill>
            <a:srgbClr val="E7B95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208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testing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3154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Voice, chat and bot handoff scenarios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7B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TigerCS Ticketing System – Genesys Integration</dc:title>
  <dc:subject>PptxGenJS Presentation</dc:subject>
  <dc:creator>PptxGenJS</dc:creator>
  <cp:lastModifiedBy>PptxGenJS</cp:lastModifiedBy>
  <cp:revision>1</cp:revision>
  <dcterms:created xsi:type="dcterms:W3CDTF">2026-09-24T08:21:09Z</dcterms:created>
  <dcterms:modified xsi:type="dcterms:W3CDTF">2026-09-24T08:21:09Z</dcterms:modified>
</cp:coreProperties>
</file>